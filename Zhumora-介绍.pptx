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开场页：一句话定位 + 核心标签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Zhumora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开源 Windows 桌面 AI 智能体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连接 OpenAI 兼容模型，操作你的文件、终端、浏览器和桌面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本地运行 · MCP 扩展 · Skills · 长期记忆 · 权限控制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Zhumora 是什么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基于 LLM 工具调用循环（ReAct 风格）构建的 Electron 桌面应用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支持 OpenAI 兼容 API，也可接入 Ollama / llama.cpp / vLLM 等本地端点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在指定工作目录内读取、编辑、搜索和管理文件，执行终端命令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用 Playwright 自动化 Chromium 浏览器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通过无障碍元素 + 截图观察并控制 Windows 桌面应用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核心能力一览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能力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说明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文件与终端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read / write / edit / bash / grep / glob / ls，限定工作目录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浏览器自动化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Playwright 内置 Chromium：导航、点击、输入、截图、等待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桌面控制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UI 无障碍树 + 鼠标键盘：驱动没有 API 的原生 Windows 应用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MCP 扩展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挂载 stdio / SSE 类型的 MCP 服务器，工具自动暴露给智能体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Skills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Markdown 文件（frontmatter）注入系统提示词，复用指令与工作流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长期记忆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本地 SQLite 存储，按类别 + 重要度检索注入，会话后自动提取去重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权限控制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高风险操作（如桌面控制、删除）需显式确认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多主题多语言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深色/浅色/跟随系统，13-18px 字号，中英日韩西法德多语言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桌面控制：观察 → 操作 → 验证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观察 — 列出运行中的应用、截取屏幕、读取任意窗口的 UI 无障碍树（含稳定元素引用 target_ref）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操作 — 点击、双击、右键、输入、按键、滚动、拖拽、聚焦、切换控件；基于元素引用或截图坐标定位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验证 — 每次操作后可附带截图，让智能体确认结果后再继续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截图经 desktopCapturer 采集、缩放到 1280px 宽，带 frame_id 支持混合 DPI / 多显示器坐标映射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能驱动没有 API 或命令行的原生 Windows 应用，而不仅是文件、终端和浏览器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智能体执行：稳健的 ReAct 循环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用户消息 → LLM 请求 → 无工具调用则结束；有工具调用则执行、追加结果、进入下一轮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默认每会话 20 轮工具调用上限，0 表示不限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重复调用保护：同一调用 3 次触发警告，5 次强制停止并让模型输出纯文本总结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输出截断恢复：finish_reason=length 时自动续写（工具轮要求拆分重试 / 文本轮继续），每轮最多 2 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推理模型思考内容（reasoning_content）独立流式展示在可折叠的「深度思考」块，绝不回灌上下文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运行时架构：三道边界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权限控制内置在 Agent 执行路径中，而非渲染层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多会话并发：每个会话独立运行，事件全部带 sessionId 路由，后台会话持续累积流式进度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层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职责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Electron Main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LLM Provider、Agent Runner、工具注册表、MCP、SQLite 存储、记忆与上下文管理、IPC 处理器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Preload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通过 contextBridge 暴露受限应用 API，渲染进程不接触裸 IPC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React Renderer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侧边栏 / 聊天 / 设置 UI，Zustand 管理客户端状态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技术栈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层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技术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桌面外壳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Electron 43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构建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electron-vite + Vite 7 + electron-builder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UI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React 19 + TypeScript 5.9 + 原生 CSS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状态 / 国际化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Zustand · i18next + react-i18next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LLM 传输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原生 fetch + OpenAI 兼容 /chat/completions + SSE 流式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浏览器自动化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Playwright + Chromium（内置）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桌面控制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Terminator（Windows UI Automation）+ desktopCapturer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MCP / 存储 / Skills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@modelcontextprotocol/sdk · better-sqlite3 · gray-matter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上下文管理与长期记忆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上下文压缩：达到上下文窗口的 60% 时触发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保留系统消息 + 最近 8 条，更早的消息由 LLM 总结替换，切分点对齐完整工具调用轮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上下文窗口可手动配置或自动探测（llama.cpp /v1/models、Ollama /api/show），0 表示自动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记忆分 5 类：偏好 preference / 习惯 habit / 事实 fact / 技能 skill / 背景 context，重要度 1-5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调用前按关键词 + 重要度检索注入；会话结束后 LLM 自动提取、相似去重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智能体可用 memory_search / save / list / delete 工具，设置页可管理全部记忆条目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本地存储与数据安全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better-sqlite3 本地数据库：会话、消息（含独立 reasoning 列）、设置、记忆、Token 用量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Token 用量按请求记录，支持按模型汇总与最近 30 天按日统计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数据全部保存在本地，程序以本地运行为主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高风险操作（桌面控制等）被权限层标记为危险工具，需用户确认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快速开始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环境要求：Windows 10/11 · Node.js 22.12+（推荐 24 LTS）· npm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npm install —— 安装依赖（postinstall 自动配置 Electron 镜像并下载 Playwright Chromium）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npm run dev —— 开发模式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npm run build —— 构建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npm run build:win —— 打包 Windows 安装包，输出到 release/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在「设置」中添加 OpenAI 兼容 Provider：Base URL、API Key、模型名、Temperature、Reasoning Effort、Context Window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2"/>
                </a:solidFill>
              </a:rPr>
              <a:t>当前范围与展望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8046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目前聚焦 Windows 平台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架构已解耦：模型接入、Agent 执行、浏览器自动化、桌面采集、MCP、记忆、存储、渲染层各自独立演进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DesktopAdapter 为 macOS / Linux 预留了适配槽位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MIT License，欢迎参与开源共建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2026-09-03T05:03:35Z</dcterms:created>
  <dcterms:modified xsi:type="dcterms:W3CDTF">2026-09-03T05:03:35Z</dcterms:modified>
</cp:coreProperties>
</file>